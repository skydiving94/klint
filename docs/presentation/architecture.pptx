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in one line: klint asks a small model judge rule questions about units of evidence; #22 rebuilt it so that it can verify an agent's tiered change summaries, accuracy first, and take new suites without editing core or app.
Numbers: 17 sub-issues in waves 0 to 6 (#23, #13; #24, #17, #25, #19; #26, #18; #27, #28, #29; #30, #31, #12; #32; #14, #33). Debt: slide 11. Tests: uv run pytest on wave-6 gives 461 passed. Contracts: uv run lint-imports gives 5 kept, 0 broken.
Paths in these notes are under klint/ unless they start with tests/, docs/ or examples/, or name pyproject.toml or CLAUDE.md. Branch wave-6 at adf1dfd, plus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are #22's, in its priority order.
1. ChangeSummarySuite (catalog/change_summary/__init__.py) offers the change_summary kind with ranked_tags (accuracy, completeness); command klint-change-summary (cli/change_summary_audit.py, pyproject.toml [project.scripts]). Live result: slide 8.
2. BaseSuite (core/interfaces/suite.py); AuditKindRegistry (app/audit_kind_registry.py); the contract 'Suites: app and core import no named suite' (pyproject.toml); tests/app/test_suite_plugins.py with tests/support/notes_suite.py (slide 9).
3. AuditPipeline.run_audit(AuditRequest) -&gt; AuditOutcome (app/pipeline/audit_pipeline.py). cli/runner.py parses, calls it and prints. The Stop hook (docs/change-summary-stop-hook.md) runs the command. No API or web UI exists.
4. Ports: BaseAuditSourceFactory / BaseAuditSource (core/interfaces/source.py), BaseRuleSource (core/interfaces/rule_source.py). Inputs: DiskPathInput, InMemoryBytesInput (core/models/audit_input.py). Adapters: DirectoryTreeSourceFactory, JsonDocumentSourceFactory (catalog/domain_neutral/sources/), JsonFileRuleSource (infra/rule_loader/json_file_rule_source.py); AuditRequest.custom_rule_source takes any rule source. Not built: git diff, stream, hook, MCP, database or API adapters.
5. pyproject.toml [tool.importlinter], five contracts (slide 3).
6. AuditableUnit.list_children (core/models/unit.py); AuditKind.unit_class_to_renderer and find_renderer (core/models/audit_kind.py); BaseUnitRenderer (core/interfaces/renderer.py). Finer units and AST extractors are out of scope (#22).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five layers, one-way imports, checked by a tool.
Where: pyproject.toml, [tool.importlinter] holds five contracts. The first is the layers contract cli &gt; app &gt; catalog &gt; infra &gt; core. The other four are forbidden or independence contracts: app and core import neither klint.catalog.code nor klint.catalog.change_summary; klint.catalog.domain_neutral imports neither; klint.catalog.code and klint.catalog.change_summary are independent; klint.catalog.code.language_neutral does not import klint.catalog.code.python.
Check: uv run lint-imports prints 'Contracts: 5 kept, 0 broken' on wave-6.
Layer contents: cli/file_audit.py, structure_audit.py, change_summary_audit.py and runner.py (AuditCommandApp); app/pipeline/audit_pipeline.py (AuditPipeline) with acquisition.py, rule_selection.py, auditing.py, roll_up.py, ranking.py; app/settings.py (AppSettings), app/wiring.py (KlintModule); catalog/domain_neutral, catalog/code, catalog/change_summary; infra/rule_loader (RulePackLoader), infra/system_one (HttpSystemOneJudge, InProcessSystemOneJudge); core/interfaces (ports), core/models, core/auditor.py (Auditor).
Before (review of Oct 18): the same chain existed, but app imported a code-suite class (D1). That import is gone, and the second contract now forbids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the boundaries the app and core depend on are ports in core/interfaces; their adapters sit in catalog, infra or cli. The one implementation in core, UnitSource (core/models/audit_kind.py), only joins a source factory to an extractor. The code suite also has its own extension points inside the suite, BaseFileMetadataExtractor and BaseDirectoryUnitFactory (catalog/code/language_neutral/extraction/), with Python and language-neutral adapters; the app never sees them.
The twelve ports: source.py (BaseAuditSource, BaseAuditSourceFactory), extractor.py (BaseUnitExtractor, generic over its input), unit_source.py (BaseUnitSource), file_traits_identifier.py (BaseFileTraitsIdentifier), rule_source.py (BaseRuleSource), rule_loader.py (BaseRuleLoader), renderer.py (BaseUnitRenderer), judge.py (BaseJudge), suite.py (BaseSuite), audit_progress_listener.py, scan_progress_listener.py.
Adapters: DirectoryTreeSource(Factory) and JsonDocumentSource(Factory) in catalog/domain_neutral/sources; FileContentsExtractor, ProjectStructureExtractor (catalog/code), ChangeSummaryExtractor (catalog/change_summary), WholeFileExtractor (catalog/domain_neutral); ExtensionFileTraitsIdentifier, TagDetectingFileTraitsIdentifier, OverridingFileTraitsIdentifier; JsonFileRuleSource and RulePackLoader in infra/rule_loader; renderers WholeFileRenderer, FileMetadataRenderer, DirectoryRenderer, PythonPackageRenderer, HunkSummaryRenderer, FileSummaryRenderer, PackageSummaryRenderer; HttpSystemOneJudge and InProcessSystemOneJudge in infra/system_one; DomainNeutralSuite, CodeSuite, ChangeSummarySuite; the CLI's _ProgressListener and TerminalScanProgressListener. UnitSource (core/models/audit_kind.py) joins a source factory to an extractor.
The judge contract is typed: BaseJudge.answer(JudgeRequest) -&gt; list[JudgeAnswer] (core/models/judge_exchange.py). mypy forbids an explicit Any anywhere in klint/ (pyproject.toml, disallow_any_explicit).
Before: the extraction port took only a scanned file, input was always a disk path, and the judge contract was Mapping[str, Any] both ways (D2, D3).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a suite supplies whole kinds of audit; the app never imports a named suite.
BaseSuite (core/interfaces/suite.py) has two methods: list_audit_kinds() and register_unit_types(registry). AuditKind (core/models/audit_kind.py) holds kind_id, accepted_input_kinds, unit_source (UnitSource = source factory + extractor), rule_loader, answer_scale, unit_class_to_renderer, ranked_tags, audit_order and character_budget (DEFAULT_CHARACTER_BUDGET = 2_000 in core/models/render_input.py).
Registration: each suite's injector module multibinds itself into list[BaseSuite]: CodeSuiteModule (catalog/code/__init__.py), ChangeSummarySuiteModule (catalog/change_summary/__init__.py), DomainNeutralSuiteModule (catalog/domain_neutral/__init__.py). The commands install all three through BuiltInSuitesModule (catalog/__init__.py), chosen in cli/wiring.py. KlintModule.provide_audit_kind_registry (app/wiring.py) builds AuditKindRegistry from every suite's kinds; AuditPipeline.run_audit calls find_audit_kind(request.audit_kind_id).
Table sources: CodeSuite.list_audit_kinds (catalog/code/__init__.py) for project_structure: DirectoryTreeSourceFactory, ProjectStructureExtractor, PRACTICE_SCALE (catalog/code/language_neutral/practice_scale.py), FileMetadataRenderer, DirectoryRenderer, PythonPackageRenderer. ChangeSummarySuite.list_audit_kinds: JsonDocumentSourceFactory, ChangeSummaryExtractor, summary_checks.json, SUMMARY_ACCURACY_SCALE (summary_accuracy_scale.py), the three summary renderers, ranked_tags (ACCURACY, COMPLETENESS), AuditOrder.CHILDREN_FIRST.
Duplicate kind ids: tests/app/test_suite_plugins.py::test_two_suites_offering_one_kind_id_stop_the_run_from_being_built.
Before: audit kinds were a closed enum with a match in AuditPipeline, and one global answer scale (D1, D6).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one call serves every entry point, and a run is a fixed list of named stages.
AuditPipeline.run_audit (app/pipeline/audit_pipeline.py): find_audit_kind (AuditKindRegistry), then AuditPreparer.prepare_audit (app/pipeline/audit_preparer.py), which runs UnitAcquisition.acquire_units (acquisition.py) and RuleSelection.select_rules (rule_selection.py); then UnitAuditing.audit_units (auditing.py), which hands the units to Auditor (core/auditor.py); then FindingRollUp.roll_up (roll_up.py) and FindingRanking.rank_findings (ranking.py). AuditRequest carries audit_input, audit_kind_id, custom_rule_source, min_confidence and two progress listeners; AuditOutcome carries report, scanned_file_count and selected_unit_ids.
Auditor: renders each unit with the kind's renderer, asks the judge one JudgeRequest per unit, at most 8 units at a time (_MAX_CONCURRENT_AUDITS). With CHILDREN_FIRST it judges one depth of nesting at a time, deepest first (_order_levels).
Ranking: on a unit, findings come by the sort rank of their answer (problems first), then by ranked tag, then confidence, then rule id (FindingRanking docstring).
Callers: cli/runner.py (AuditCommandApp.run_with_arguments) only parses, calls run_audit and prints; ExitCode in cli/exit_code.py (NO_PROBLEMS 0, PROBLEMS_FOUND 1, RUN_ERROR 2). The Stop hook in docs/change-summary-stop-hook.md runs klint-change-summary --json. No API or web UI exists; they would call the same method.
Before: AuditPipeline only prepared; the run was joined in cli/runner.py and the exit code was always 0 (D4).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summaries are checked bottom-up, hunk evidence is code, upper evidence is the checked summaries below; accuracy first.
Levels: AuditableHunkSummaryUnit, AuditableFileSummaryUnit, AuditablePackageSummaryUnit (catalog/change_summary/units/). The root package's summary is the commit's (document_reader.py, ROOT_PACKAGE_PATH). ChangeSummaryExtractor (extraction/change_summary_extractor.py) reads the JSON document into this tree.
Evidence: HunkSummaryRenderer (renderers/hunk_summary_renderer.py) shows the hunk's diff as the premise. FileSummaryRenderer and PackageSummaryRenderer (renderers/upper_level_summary.py) show the checked summaries one level down, each with what its own checks found, and no code. Premise and hypothesis wording: renderers/premise_and_hypothesis.py; chosen from probes on kev-4b in #55.
Checks: summary_checks.json has five rules: no_false_statement, no_unsupported_reason, no_contradiction_with_level_below (file and package only), covers_every_change, covers_key_changes; tags accuracy or completeness (SummaryCheckTag). The kind ranks ACCURACY before COMPLETENESS (ranked_tags in catalog/change_summary/__init__.py).
Answers: SUMMARY_ACCURACY_SCALE (summary_accuracy_scale.py): accurate, inaccurate (the only problem), cannot_tell.
Order and roll-up: AuditOrder.CHILDREN_FIRST (core/models/audit_order.py), applied by Auditor._order_levels. RollUpStatus (core/models/roll_up_status.py) set by FindingRollUp (app/pipeline/roll_up.py).
Before: no audit order, no roll-up, one answer scale with code wording, findings without their rule's tags (D6, D12).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on a real change, klint-change-summary flags exactly the two planted errors and passes the clean document.
The example: examples/change_summary/ holds summaries.json and summaries_with_planted_errors.json for commit d35fa76 ('Listing a binary file by name only in the project audit'); hunk code from git diff -U0 d35fa76^ d35fa76: 4 files, 10 hunks, 2 packages (src/catalog/code/common, tests) and the root package. The paths are the repository's as they were at that commit.
Live results, #55 (kev.serve with jaredpalmer/kev-4b): summaries.json exits 0 ('Every summary passed its checks'). summaries_with_planted_errors.json exits 1: 17 units, 75 answers: 60 accurate, 9 inaccurate, 6 cannot tell. The 9 inaccurate answers are on hunk src/catalog/code/common/extractors/traits_based_extraction_delegator.py#3 (4 checks) and package tests/ (5 checks); both have OWN PROBLEM. Their ancestors (the delegator file, the package src/catalog/code/common and ./) have DESCENDANT PROBLEM. Two runs gave identical answers.
Repeated on the wave 6 code (issue-14 head df56562, tree identical to wave-6 adf1dfd), KLINT_JUDGE_MODE=remote: the same 75 answers, field by field.
Labels on the slide: extraction delegator = src/catalog/code/common/extractors/traits_based_extraction_delegator.py; file metadata unit = src/catalog/code/common/units/file_metadata.py; delegator tests = tests/catalog/code/common/extractors/test_traits_based_extraction_delegator.py; project audit test = tests/cli/test_project_audit.py.
Beyond the curated example (#55, single plants, not committed): caught a false file summary, an unsupported reason in a hunk, a false commit summary and an unsupported reason in a file; missed one subtle false hunk summary.
How an agent produces the JSON and is sent back: docs/change-summary-stop-hook.md (a Stop hook with a 3-retry cap, no MCP server), tested by hand in #55.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a suite written only in test code runs end to end through the real command app, with no change to core or app.
tests/app/test_suite_plugins.py: test_command_for_a_suite_added_in_test_code_runs_end_to_end builds the app with binding_overrides=[add_the_notes_suite] and asserts exit code PROBLEMS_FOUND (1), the examined notes, a 'Rude' answer on each note, and the rule asked about each subject. test_two_kinds_with_different_scales_run_in_one_process runs the code suite's file_contents kind and the notes kind side by side. test_two_suites_offering_one_kind_id_stop_the_run_from_being_built checks the duplicate id.
tests/support/notes_suite.py: NoteUnit, NoteExtractor (BaseUnitExtractor[ScannedTarget]), NoteRenderer, FixedRuleLoader, POLITENESS_SCALE, NotesSuite (a DirectoryTreeSourceFactory that leaves out drafts/), and NotesDocumentSuite (a JSON document from disk or memory).
Wave 5 numbers: git diff --stat e712070 50d2685 -- klint: 25 files, 1,181 insertions; -- klint/core klint/app: one file, klint/core/interfaces/renderer.py, a docstring of 3 lines.
Before: adding a kind meant editing the AuditMode enum, the match in AuditPipeline and wiring.py (review, style 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Commands (CLAUDE.md): uv run pytest, uv run ruff check ., uv run ruff format --check ., uv run mypy, uv run lint-imports. On wave-6 (adf1dfd): 461 passed; ruff and format clean; mypy 'no issues found'; lint-imports 5 kept, 0 broken.
Tests check results through public entry points with FakeJudge (tests/support/fakes.py); pytest turns any unexpected KlintWarning into a failure (pyproject.toml filterwarnings).
mypy: strict = true for klint and tests; disallow_any_explicit = true for klint.* (pyproject.toml).
File sizes: wc -l over klint/**/*.py: the largest is klint/cli/runner.py with 291 lines; 146 Python modules. Four test files are over 300 lines (slide 11, new debt).
Live: kev.serve with jaredpalmer/kev-4b on port 8009. klint examples/ gives 30 failures and klint-structure examples/mock_bad_project/ gives 18, both exit 1, identical to the wave 5 baseline (#55). Recorded in PR #56 and the wave 6 PR.
Exit codes: ExitCode (cli/exit_code.py), decided by the director on #24 for exit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Method: the review's tech-debt score, priority = (impact + risk) × (6 − effort), each from 1 to 5; before = the review's table. A resolved item scores 0; a reduced one is scored on what is left.
D1 resolved: suites supply AuditKind values (core/interfaces/suite.py, core/models/audit_kind.py); AuditKindRegistry (app/audit_kind_registry.py); app imports no named suite (pyproject.toml contract 2).
D2 resolved: JudgeRequest, JudgeQuestion, JudgeAnswer (core/models/judge_exchange.py); BaseJudge.answer (core/interfaces/judge.py); disallow_any_explicit for klint.*.
D4 resolved: AuditPipeline.run_audit (app/pipeline/audit_pipeline.py); ExitCode 0/1/2 (cli/exit_code.py).
D3 reduced, now (2 + 1) × (6 − 2) = 12: source port with two adapters, DirectoryTreeSource and JsonDocumentSource (disk or memory) in catalog/domain_neutral/sources/; extractors generic over their input (core/interfaces/extractor.py). Left: git diff, stream, hook and MCP adapters.
D5 resolved: AuditRule.is_applicable_to checks unit type, language and unit tags (core/models/rule.py); RuleSet.select_rules_for (core/models/rule_set.py); rule sources (core/interfaces/rule_source.py).
D6 resolved: AuditKind.answer_scale per kind (PRACTICE_SCALE, SUMMARY_ACCURACY_SCALE); ignored names per source factory (CODE_IGNORED_NAMES in catalog/code/language_neutral/ignored_names.py).
D8 resolved: one TraitsBasedExtractionDelegator[ExtractorT] (catalog/domain_neutral/extraction/traits_based_extraction_delegator.py) for file contents, file metadata and directory factories (catalog/code/__init__.py).
D10 resolved: the loader is split into rule_pack_reader.py (230 lines), rule_pack_loader.py (186) and json_file_rule_source.py (28) in infra/rule_loader/; app/settings.py is 241; no module in klint/ is over 291.
D12 resolved: AuditOrder.CHILDREN_FIRST (core/models/audit_order.py); RollUpStatus and FindingRollUp (core/models/roll_up_status.py, app/pipeline/roll_up.py).
D7 reduced, now (2 + 2) × (6 − 3) = 12: renderers per unit class (core/interfaces/renderer.py, AuditKind.unit_class_to_renderer) within a 2,000-character budget (core/models/render_input.py; join_lines_within_budget in catalog/domain_neutral/renderers/character_budget.py). Left: the budget counts characters, not the judge's tokens.
D9 reduced, now (1 + 1) × (6 − 2) = 8: JudgeMode enum (app/judge_mode.py); KLINT_JUDGE_* and KLINT_REPLACE_* names, with the KEV_ names as warned aliases (app/deprecated_setting_names.py); a --rules file's settings are ignored with a warning (app/project_config.py). Left: klint.json still holds both settings and rules, on purpose.
D11 resolved: the package is klint/ (pyproject.toml [tool.setuptools.packages.find]).
New debt: test files over 300 lines (tests/cli/test_file_audit.py, tests/infra/rule_loader/test_rule_pack_loader.py, tests/cli/test_structure_audit.py, tests/app/test_settings.py); the aliases listed in PR #56; action.yml inputs kev_mode and friends; KNOWN_SETTING_NAMES in app/project_config.py.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for upper levels: the review's decision 3, option 2; FileSummaryRenderer and PackageSummaryRenderer (catalog/change_summary/renderers/upper_level_summary.py) show no code.
Children first: Auditor._order_levels (core/auditor.py) groups units by depth and judges one group at a time; within a group at most 8 run at once (_MAX_CONCURRENT_AUDITS).
Judge: kev-4b served by kev.serve (CLAUDE.md). Confidences on the planted errors, from the live run in #55: 39.6% to 53.2% on hunk 3, 42.4% to 81.2% on the package tests/. #55's extra single plants missed one subtle false hunk summary.
Plugins: BaseSuite plus a module that multibinds list[BaseSuite] (catalog/*/__init__.py), wired with the injector library (app/wiring.py, KlintModule). This is the review's style C trade-off: a registration protocol to learn.
Budget: DEFAULT_CHARACTER_BUDGET = 2_000 (core/models/render_input.py); join_lines_within_budget ends a trimmed text with a line saying what it left out (catalog/domain_neutral/renderers/character_budget.py).
Deferred: BaseAuditSourceFactory (core/interfaces/source.py) for new inputs; AuditPipeline.run_audit for an API or web UI; out of scope in #22: Kev fine-tuning, HITL, new AST extractors, README. Aliases to remove: klint/app/deprecated_setting_names.py, klint/cli/klint_project_alias.py, the --all argument in klint/cli/runner.py, DEPRECATED_FIELD_NAME_TO_FIELD_NAME in klint/infra/rule_loader/rule_pack_reader.py.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asked of the director: merge the issue-22 → main pull request.
Evidence: slide 8 (live change-summary run, #55, repeated on wave-6), slide 3 (contracts), slide 9 (suite plugin test), slide 10 (quality), slide 11 (debt).
What stays open after the merge is on slide 12: adapters, API and web UI, finer units, and deleting the old names in the next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9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#22 · ARCHITECTURE OVERHAUL · AS BUILT ON wave-6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model judge checks claims against evidence: code against rules, and now an AI agent's summaries of its change against the code, from each hunk up to the commit.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4754880"/>
            <a:ext cx="3291840" cy="502920"/>
          </a:xfrm>
          <a:prstGeom prst="roundRect">
            <a:avLst>
              <a:gd name="adj" fmla="val 21818"/>
            </a:avLst>
          </a:prstGeom>
          <a:solidFill>
            <a:srgbClr val="3340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47548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 0 to 6 · 17 sub-issues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4754880"/>
            <a:ext cx="3291840" cy="502920"/>
          </a:xfrm>
          <a:prstGeom prst="roundRect">
            <a:avLst>
              <a:gd name="adj" fmla="val 21818"/>
            </a:avLst>
          </a:prstGeom>
          <a:solidFill>
            <a:srgbClr val="3340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16552" y="47548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debt items: 9 resolved, 3 reduced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0" y="4754880"/>
            <a:ext cx="3291840" cy="502920"/>
          </a:xfrm>
          <a:prstGeom prst="roundRect">
            <a:avLst>
              <a:gd name="adj" fmla="val 21818"/>
            </a:avLst>
          </a:prstGeom>
          <a:solidFill>
            <a:srgbClr val="3340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36992" y="47548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461 tests · 5 import contracts kept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director's review of #22 · every claim cites code on wave-6 in the speaker notes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objectives are met in code; two leave room by design</a:t>
            </a:r>
            <a:endParaRPr lang="en-US" sz="28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#22's objectives in priority order, how each is met, and where.</a:t>
            </a:r>
            <a:endParaRPr lang="en-US" sz="1500" dirty="0"/>
          </a:p>
        </p:txBody>
      </p:sp>
      <p:sp>
        <p:nvSpPr>
          <p:cNvPr id="4" name="Code line"/>
          <p:cNvSpPr txBox="1"/>
          <p:nvPr/>
        </p:nvSpPr>
        <p:spPr>
          <a:xfrm>
            <a:off x="54864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paths under klint/ unless they start with tests/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591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188720"/>
                <a:gridCol w="4251960"/>
                <a:gridCol w="240487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is 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Verify an agent's tiered change summaries, accuracy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suite and one command check hunk, file, package and commit; accuracy findings come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0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catalog/change_summary/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0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cli/change_summary_audit.py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Add suites, units, extractors, rule packs, audit kinds without editing core or app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suite supplies its kinds of audit; a suite written only in tests runs end to 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0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core/interfaces/suite.py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0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tests/app/test_suite_plugins.py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One use case for the CLI, an API, a web UI, a hook or a GUI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AuditPipeline.run_audit serves the three commands and the Stop hook; no API or web UI is built yet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0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app/pipeline/audit_pipeline.py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Input and rules from any 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Ports 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and rule-source ports; adapters today: disk tree, JSON from disk or memory, JSON rule files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0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core/interfaces/source.py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0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core/interfaces/rule_source.py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Keep the one-way layer chain, checked by import-linter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Five contracts, kept at every wave gate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0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pyproject.toml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Leave room for finer units and other evidence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0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 left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nest; the renderer picked for each unit class decides what evidence the judge reads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0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core/models/unit.py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0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core/models/audit_kind.py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layers; imports flow one way, and a tool checks it</a:t>
            </a:r>
            <a:endParaRPr lang="en-US" sz="28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 may import only the layers below it. import-linter fails the check on any other import.</a:t>
            </a:r>
            <a:endParaRPr lang="en-US" sz="1500" dirty="0"/>
          </a:p>
        </p:txBody>
      </p:sp>
      <p:sp>
        <p:nvSpPr>
          <p:cNvPr id="4" name="Code line"/>
          <p:cNvSpPr txBox="1"/>
          <p:nvPr/>
        </p:nvSpPr>
        <p:spPr>
          <a:xfrm>
            <a:off x="54864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pyproject.toml [tool.importlinter] · klint/{cli,app,catalog,infra,core}/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591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675120" cy="713232"/>
          </a:xfrm>
          <a:prstGeom prst="roundRect">
            <a:avLst>
              <a:gd name="adj" fmla="val 12821"/>
            </a:avLst>
          </a:prstGeom>
          <a:solidFill>
            <a:srgbClr val="E9EE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6916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commands: parse, call the use case, print; exit 0, 1 or 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69164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cli/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6675120" cy="713232"/>
          </a:xfrm>
          <a:prstGeom prst="roundRect">
            <a:avLst>
              <a:gd name="adj" fmla="val 12821"/>
            </a:avLst>
          </a:prstGeom>
          <a:solidFill>
            <a:srgbClr val="DFE6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532888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53288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 case: one pipeline in five stages; settings; wiring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53288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app/pipeline/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6675120" cy="713232"/>
          </a:xfrm>
          <a:prstGeom prst="roundRect">
            <a:avLst>
              <a:gd name="adj" fmla="val 12821"/>
            </a:avLst>
          </a:prstGeom>
          <a:solidFill>
            <a:srgbClr val="D3DC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374136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33741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Suites: domain-neutral, code, change summary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374136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catalog/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215384"/>
            <a:ext cx="6675120" cy="713232"/>
          </a:xfrm>
          <a:prstGeom prst="roundRect">
            <a:avLst>
              <a:gd name="adj" fmla="val 12821"/>
            </a:avLst>
          </a:prstGeom>
          <a:solidFill>
            <a:srgbClr val="C7D2E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215384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421538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Rule-pack loading; the judge over HTTP or in process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4215384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056632"/>
            <a:ext cx="6675120" cy="713232"/>
          </a:xfrm>
          <a:prstGeom prst="roundRect">
            <a:avLst>
              <a:gd name="adj" fmla="val 12821"/>
            </a:avLst>
          </a:prstGeom>
          <a:solidFill>
            <a:srgbClr val="1721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5056632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1920240" y="50566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Ports, models and the auditor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852160" y="505663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9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43800" y="1783080"/>
            <a:ext cx="0" cy="3840480"/>
          </a:xfrm>
          <a:prstGeom prst="line">
            <a:avLst/>
          </a:prstGeom>
          <a:noFill/>
          <a:ln w="31750">
            <a:solidFill>
              <a:srgbClr val="E09A2D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653528" y="315468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1691640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import-linter contracts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83880" y="2194560"/>
            <a:ext cx="3459175" cy="585216"/>
          </a:xfrm>
          <a:prstGeom prst="roundRect">
            <a:avLst>
              <a:gd name="adj" fmla="val 15625"/>
            </a:avLst>
          </a:prstGeom>
          <a:solidFill>
            <a:srgbClr val="EEF2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0" y="2194560"/>
            <a:ext cx="2453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Layers: cli &gt; app &gt; catalog &gt; infra &gt; core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865815" y="2350008"/>
            <a:ext cx="658368" cy="274320"/>
          </a:xfrm>
          <a:prstGeom prst="roundRect">
            <a:avLst>
              <a:gd name="adj" fmla="val 40000"/>
            </a:avLst>
          </a:prstGeom>
          <a:solidFill>
            <a:srgbClr val="E2F1E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938967" y="235000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83880" y="2889504"/>
            <a:ext cx="3459175" cy="585216"/>
          </a:xfrm>
          <a:prstGeom prst="roundRect">
            <a:avLst>
              <a:gd name="adj" fmla="val 15625"/>
            </a:avLst>
          </a:prstGeom>
          <a:solidFill>
            <a:srgbClr val="EEF2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21040" y="2889504"/>
            <a:ext cx="2453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Suites: app and core import no named suite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865815" y="3044952"/>
            <a:ext cx="658368" cy="274320"/>
          </a:xfrm>
          <a:prstGeom prst="roundRect">
            <a:avLst>
              <a:gd name="adj" fmla="val 40000"/>
            </a:avLst>
          </a:prstGeom>
          <a:solidFill>
            <a:srgbClr val="E2F1E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938967" y="30449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83880" y="3584448"/>
            <a:ext cx="3459175" cy="585216"/>
          </a:xfrm>
          <a:prstGeom prst="roundRect">
            <a:avLst>
              <a:gd name="adj" fmla="val 15625"/>
            </a:avLst>
          </a:prstGeom>
          <a:solidFill>
            <a:srgbClr val="EEF2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321040" y="3584448"/>
            <a:ext cx="2453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domain-neutral suite imports no named suite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865815" y="3739896"/>
            <a:ext cx="658368" cy="274320"/>
          </a:xfrm>
          <a:prstGeom prst="roundRect">
            <a:avLst>
              <a:gd name="adj" fmla="val 40000"/>
            </a:avLst>
          </a:prstGeom>
          <a:solidFill>
            <a:srgbClr val="E2F1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938967" y="373989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83880" y="4279392"/>
            <a:ext cx="3459175" cy="585216"/>
          </a:xfrm>
          <a:prstGeom prst="roundRect">
            <a:avLst>
              <a:gd name="adj" fmla="val 15625"/>
            </a:avLst>
          </a:prstGeom>
          <a:solidFill>
            <a:srgbClr val="EEF2F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321040" y="4279392"/>
            <a:ext cx="2453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suites do not import one another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865815" y="4434840"/>
            <a:ext cx="658368" cy="274320"/>
          </a:xfrm>
          <a:prstGeom prst="roundRect">
            <a:avLst>
              <a:gd name="adj" fmla="val 40000"/>
            </a:avLst>
          </a:prstGeom>
          <a:solidFill>
            <a:srgbClr val="E2F1E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938967" y="44348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83880" y="4974336"/>
            <a:ext cx="3459175" cy="585216"/>
          </a:xfrm>
          <a:prstGeom prst="roundRect">
            <a:avLst>
              <a:gd name="adj" fmla="val 15625"/>
            </a:avLst>
          </a:prstGeom>
          <a:solidFill>
            <a:srgbClr val="EEF2F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321040" y="4974336"/>
            <a:ext cx="2453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Language-neutral code does not import one language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0865815" y="5129784"/>
            <a:ext cx="658368" cy="274320"/>
          </a:xfrm>
          <a:prstGeom prst="roundRect">
            <a:avLst>
              <a:gd name="adj" fmla="val 40000"/>
            </a:avLst>
          </a:prstGeom>
          <a:solidFill>
            <a:srgbClr val="E2F1E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938967" y="512978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app's boundaries are ports in core; adapters plug in</a:t>
            </a:r>
            <a:endParaRPr lang="en-US" sz="28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abstract classes in core/interfaces; their adapters live in catalog, infra and cli.</a:t>
            </a:r>
            <a:endParaRPr lang="en-US" sz="1500" dirty="0"/>
          </a:p>
        </p:txBody>
      </p:sp>
      <p:sp>
        <p:nvSpPr>
          <p:cNvPr id="4" name="Code line"/>
          <p:cNvSpPr txBox="1"/>
          <p:nvPr/>
        </p:nvSpPr>
        <p:spPr>
          <a:xfrm>
            <a:off x="54864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klint/core/interfaces/*.py · klint/core/models/audit_kind.py (UnitSource)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591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828800"/>
            <a:ext cx="227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9456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9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BaseAuditSourceFactory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06040"/>
            <a:ext cx="2272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tree from disk; JSON document from disk or memory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291840"/>
            <a:ext cx="22729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catalog/domain_neutral/sources/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79394" y="1691640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3986" y="1828800"/>
            <a:ext cx="227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43986" y="219456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9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BaseUnitExtractor[T]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543986" y="2606040"/>
            <a:ext cx="2272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contents, project structure, change summaries, whole file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43986" y="3291840"/>
            <a:ext cx="22729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catalog/*/extraction/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0148" y="1691640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74740" y="1828800"/>
            <a:ext cx="227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traits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74740" y="219456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9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BaseFileTraitsIdentifier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374740" y="2606040"/>
            <a:ext cx="2272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from the extension, tags from the file, klint.json overrides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74740" y="3291840"/>
            <a:ext cx="22729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catalog/domain_neutral/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file_traits_identifiers/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040901" y="1691640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05493" y="1828800"/>
            <a:ext cx="227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05493" y="219456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9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BaseRuleSource, BaseRuleLoader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205493" y="2606040"/>
            <a:ext cx="2272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rule files; rule packs chosen by unit type, language and tags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05493" y="3291840"/>
            <a:ext cx="22729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infra/rule_loader/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" y="4160520"/>
            <a:ext cx="227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52628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9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BaseUnitRenderer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937760"/>
            <a:ext cx="2272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renderers, one per unit class, within a character budget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5623560"/>
            <a:ext cx="22729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catalog/*/renderers/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79394" y="4023360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43986" y="4160520"/>
            <a:ext cx="227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543986" y="452628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9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BaseJudge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543986" y="4937760"/>
            <a:ext cx="2272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One server over HTTP, or kev in process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543986" y="5623560"/>
            <a:ext cx="22729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infra/system_one/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10148" y="4023360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74740" y="4160520"/>
            <a:ext cx="227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374740" y="452628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9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BaseSuite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374740" y="4937760"/>
            <a:ext cx="2272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Domain-neutral, code, change summary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374740" y="5623560"/>
            <a:ext cx="22729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catalog/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040901" y="4023360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205493" y="4160520"/>
            <a:ext cx="227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9205493" y="452628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9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and scan listeners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205493" y="4937760"/>
            <a:ext cx="2272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progress bar and skipped-unit lines of the CLI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205493" y="5623560"/>
            <a:ext cx="22729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cli/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Suites are plugins: each one supplies whole kinds of audit</a:t>
            </a:r>
            <a:endParaRPr lang="en-US" sz="28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kind of audit is one AuditKind value. The app looks it up by id and never imports a named suite.</a:t>
            </a:r>
            <a:endParaRPr lang="en-US" sz="1500" dirty="0"/>
          </a:p>
        </p:txBody>
      </p:sp>
      <p:sp>
        <p:nvSpPr>
          <p:cNvPr id="4" name="Code line"/>
          <p:cNvSpPr txBox="1"/>
          <p:nvPr/>
        </p:nvSpPr>
        <p:spPr>
          <a:xfrm>
            <a:off x="54864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klint/core/models/audit_kind.py · klint/core/interfaces/suite.py · klint/app/audit_kind_registry.py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591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suite's module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multibind(list[BaseSuite], to=[ChangeSummarySuite])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2761488"/>
            <a:ext cx="0" cy="329184"/>
          </a:xfrm>
          <a:prstGeom prst="line">
            <a:avLst/>
          </a:prstGeom>
          <a:noFill/>
          <a:ln w="25400">
            <a:solidFill>
              <a:srgbClr val="E09A2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10896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1721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3200400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BaseSuite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56616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list_audit_kinds()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register_unit_types(registry)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4178808"/>
            <a:ext cx="0" cy="329184"/>
          </a:xfrm>
          <a:prstGeom prst="line">
            <a:avLst/>
          </a:prstGeom>
          <a:noFill/>
          <a:ln w="25400">
            <a:solidFill>
              <a:srgbClr val="E09A2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52628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4617720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AuditKindRegistry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98348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find_audit_kind(kind_id); a kind id offered twice stops the build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691640"/>
          <a:ext cx="743407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880360"/>
                <a:gridCol w="2953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AuditKind field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suite: project structure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Change-summary suite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path on disk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path on disk, or bytes in memory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→ extractor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Directory tree → ProjectStructureExtractor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document → ChangeSummaryExtractor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 packs, chosen by language and tags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summary_checks.json: five checks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 scale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· Fail · Irrelevant · Lack of evidence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Accurate · Inaccurate · Cannot tell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metadata, directory, Python package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Hunk, file and package summary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order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at once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Children first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Ranked tags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Accuracy, then completeness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206240" y="5532120"/>
            <a:ext cx="7434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is a field of AuditKind; the last field, the character budget, is 2,000 for both. The domain-neutral suite offers no kind: it registers the file unit the others build 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run, stage by stage, behind one call</a:t>
            </a:r>
            <a:endParaRPr lang="en-US" sz="28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caller sends an AuditRequest to AuditPipeline.run_audit and gets an AuditOutcome back.</a:t>
            </a:r>
            <a:endParaRPr lang="en-US" sz="1500" dirty="0"/>
          </a:p>
        </p:txBody>
      </p:sp>
      <p:sp>
        <p:nvSpPr>
          <p:cNvPr id="4" name="Code line"/>
          <p:cNvSpPr txBox="1"/>
          <p:nvPr/>
        </p:nvSpPr>
        <p:spPr>
          <a:xfrm>
            <a:off x="54864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klint/app/pipeline/ (stage files) · klint/app/audit_kind_registry.py · klint/core/auditor.py · klint/cli/exit_code.py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591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69164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klint · klint-structure · klint-change-summary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31720" y="2167128"/>
            <a:ext cx="0" cy="347472"/>
          </a:xfrm>
          <a:prstGeom prst="line">
            <a:avLst/>
          </a:prstGeom>
          <a:noFill/>
          <a:ln w="19050">
            <a:solidFill>
              <a:srgbClr val="C5CED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11396" y="169164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4548" y="169164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Stop hook, through the command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4476" y="2167128"/>
            <a:ext cx="0" cy="347472"/>
          </a:xfrm>
          <a:prstGeom prst="line">
            <a:avLst/>
          </a:prstGeom>
          <a:noFill/>
          <a:ln w="19050">
            <a:solidFill>
              <a:srgbClr val="C5CED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74152" y="169164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5C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47304" y="169164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API or a web UI: not built, same call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857232" y="2167128"/>
            <a:ext cx="0" cy="347472"/>
          </a:xfrm>
          <a:prstGeom prst="line">
            <a:avLst/>
          </a:prstGeom>
          <a:noFill/>
          <a:ln w="19050">
            <a:solidFill>
              <a:srgbClr val="C5CEDC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2560320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1721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560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AuditPipeline.run_audit(AuditRequest)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AuditOutcome: report, files read, units selected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1681429" cy="1965960"/>
          </a:xfrm>
          <a:prstGeom prst="roundRect">
            <a:avLst>
              <a:gd name="adj" fmla="val 5438"/>
            </a:avLst>
          </a:prstGeom>
          <a:solidFill>
            <a:srgbClr val="EE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520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09A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977640"/>
            <a:ext cx="1407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kind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343400"/>
            <a:ext cx="14071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id, among the suites' kinds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98348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audit_kind_registry.py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48357" y="4361688"/>
            <a:ext cx="164592" cy="0"/>
          </a:xfrm>
          <a:prstGeom prst="line">
            <a:avLst/>
          </a:prstGeom>
          <a:noFill/>
          <a:ln w="25400">
            <a:solidFill>
              <a:srgbClr val="E09A2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431237" y="3383280"/>
            <a:ext cx="1681429" cy="1965960"/>
          </a:xfrm>
          <a:prstGeom prst="roundRect">
            <a:avLst>
              <a:gd name="adj" fmla="val 5438"/>
            </a:avLst>
          </a:prstGeom>
          <a:solidFill>
            <a:srgbClr val="EE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8397" y="3520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09A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568397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568397" y="3977640"/>
            <a:ext cx="1407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units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568397" y="4343400"/>
            <a:ext cx="14071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reads the input; extractor gives units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568397" y="498348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acquisition.py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30954" y="4361688"/>
            <a:ext cx="164592" cy="0"/>
          </a:xfrm>
          <a:prstGeom prst="line">
            <a:avLst/>
          </a:prstGeom>
          <a:noFill/>
          <a:ln w="25400">
            <a:solidFill>
              <a:srgbClr val="E09A2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313834" y="3383280"/>
            <a:ext cx="1681429" cy="1965960"/>
          </a:xfrm>
          <a:prstGeom prst="roundRect">
            <a:avLst>
              <a:gd name="adj" fmla="val 5438"/>
            </a:avLst>
          </a:prstGeom>
          <a:solidFill>
            <a:srgbClr val="EEF2F7"/>
          </a:solidFill>
          <a:ln/>
        </p:spPr>
      </p:sp>
      <p:sp>
        <p:nvSpPr>
          <p:cNvPr id="32" name="Shape 30"/>
          <p:cNvSpPr/>
          <p:nvPr/>
        </p:nvSpPr>
        <p:spPr>
          <a:xfrm>
            <a:off x="4450994" y="3520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09A2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50994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450994" y="3977640"/>
            <a:ext cx="1407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rules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450994" y="4343400"/>
            <a:ext cx="14071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unit type, language and tags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450994" y="498348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rule_selection.py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13552" y="4361688"/>
            <a:ext cx="164592" cy="0"/>
          </a:xfrm>
          <a:prstGeom prst="line">
            <a:avLst/>
          </a:prstGeom>
          <a:noFill/>
          <a:ln w="25400">
            <a:solidFill>
              <a:srgbClr val="E09A2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196432" y="3383280"/>
            <a:ext cx="1681429" cy="1965960"/>
          </a:xfrm>
          <a:prstGeom prst="roundRect">
            <a:avLst>
              <a:gd name="adj" fmla="val 5438"/>
            </a:avLst>
          </a:prstGeom>
          <a:solidFill>
            <a:srgbClr val="EEF2F7"/>
          </a:solidFill>
          <a:ln/>
        </p:spPr>
      </p:sp>
      <p:sp>
        <p:nvSpPr>
          <p:cNvPr id="39" name="Shape 37"/>
          <p:cNvSpPr/>
          <p:nvPr/>
        </p:nvSpPr>
        <p:spPr>
          <a:xfrm>
            <a:off x="6333592" y="3520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09A2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33592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333592" y="3977640"/>
            <a:ext cx="1407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333592" y="4343400"/>
            <a:ext cx="14071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 writes the evidence; judge answers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333592" y="498348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auditing.py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896149" y="4361688"/>
            <a:ext cx="164592" cy="0"/>
          </a:xfrm>
          <a:prstGeom prst="line">
            <a:avLst/>
          </a:prstGeom>
          <a:noFill/>
          <a:ln w="25400">
            <a:solidFill>
              <a:srgbClr val="E09A2D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079029" y="3383280"/>
            <a:ext cx="1681429" cy="1965960"/>
          </a:xfrm>
          <a:prstGeom prst="roundRect">
            <a:avLst>
              <a:gd name="adj" fmla="val 5438"/>
            </a:avLst>
          </a:prstGeom>
          <a:solidFill>
            <a:srgbClr val="EEF2F7"/>
          </a:solidFill>
          <a:ln/>
        </p:spPr>
      </p:sp>
      <p:sp>
        <p:nvSpPr>
          <p:cNvPr id="46" name="Shape 44"/>
          <p:cNvSpPr/>
          <p:nvPr/>
        </p:nvSpPr>
        <p:spPr>
          <a:xfrm>
            <a:off x="8216189" y="3520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09A2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16189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216189" y="3977640"/>
            <a:ext cx="1407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up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216189" y="4343400"/>
            <a:ext cx="14071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problem, problem below, or none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8216189" y="498348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roll_up.py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778746" y="4361688"/>
            <a:ext cx="164592" cy="0"/>
          </a:xfrm>
          <a:prstGeom prst="line">
            <a:avLst/>
          </a:prstGeom>
          <a:noFill/>
          <a:ln w="25400">
            <a:solidFill>
              <a:srgbClr val="E09A2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961626" y="3383280"/>
            <a:ext cx="1681429" cy="1965960"/>
          </a:xfrm>
          <a:prstGeom prst="roundRect">
            <a:avLst>
              <a:gd name="adj" fmla="val 5438"/>
            </a:avLst>
          </a:prstGeom>
          <a:solidFill>
            <a:srgbClr val="EEF2F7"/>
          </a:solidFill>
          <a:ln/>
        </p:spPr>
      </p:sp>
      <p:sp>
        <p:nvSpPr>
          <p:cNvPr id="53" name="Shape 51"/>
          <p:cNvSpPr/>
          <p:nvPr/>
        </p:nvSpPr>
        <p:spPr>
          <a:xfrm>
            <a:off x="10098786" y="3520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09A2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098786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10098786" y="3977640"/>
            <a:ext cx="1407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098786" y="4343400"/>
            <a:ext cx="14071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first, then ranked tags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10098786" y="4983480"/>
            <a:ext cx="1452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ranking.py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56692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commands turn the outcome into an exit code: </a:t>
            </a:r>
            <a:pPr algn="l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problem · </a:t>
            </a:r>
            <a:pPr algn="l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problems found · </a:t>
            </a:r>
            <a:pPr algn="l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audit could not run, or no unit could be audited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summaries are checked level by level, accuracy first</a:t>
            </a:r>
            <a:endParaRPr lang="en-US" sz="28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hunk's summary is judged against its code; each level above, against the checked summaries below it.</a:t>
            </a:r>
            <a:endParaRPr lang="en-US" sz="1500" dirty="0"/>
          </a:p>
        </p:txBody>
      </p:sp>
      <p:sp>
        <p:nvSpPr>
          <p:cNvPr id="4" name="Code line"/>
          <p:cNvSpPr txBox="1"/>
          <p:nvPr/>
        </p:nvSpPr>
        <p:spPr>
          <a:xfrm>
            <a:off x="54864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klint/catalog/change_summary/ · klint/resources/catalog/change_summary/summary_checks.json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591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29000" cy="841248"/>
          </a:xfrm>
          <a:prstGeom prst="roundRect">
            <a:avLst>
              <a:gd name="adj" fmla="val 10870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6479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093976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 package's summary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429000" cy="841248"/>
          </a:xfrm>
          <a:prstGeom prst="roundRect">
            <a:avLst>
              <a:gd name="adj" fmla="val 10870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86207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191256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its files' and packages' checked summaries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V="1">
            <a:off x="2263140" y="2551176"/>
            <a:ext cx="0" cy="219456"/>
          </a:xfrm>
          <a:prstGeom prst="line">
            <a:avLst/>
          </a:prstGeom>
          <a:noFill/>
          <a:ln w="25400">
            <a:solidFill>
              <a:srgbClr val="E09A2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886200"/>
            <a:ext cx="3429000" cy="841248"/>
          </a:xfrm>
          <a:prstGeom prst="roundRect">
            <a:avLst>
              <a:gd name="adj" fmla="val 10870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95935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288536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its hunks' checked summaries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2263140" y="3648456"/>
            <a:ext cx="0" cy="219456"/>
          </a:xfrm>
          <a:prstGeom prst="line">
            <a:avLst/>
          </a:prstGeom>
          <a:noFill/>
          <a:ln w="25400">
            <a:solidFill>
              <a:srgbClr val="E09A2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983480"/>
            <a:ext cx="3429000" cy="841248"/>
          </a:xfrm>
          <a:prstGeom prst="roundRect">
            <a:avLst>
              <a:gd name="adj" fmla="val 10870"/>
            </a:avLst>
          </a:prstGeom>
          <a:solidFill>
            <a:srgbClr val="1721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5056632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385816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7D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its code, from git diff -U0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2263140" y="4745736"/>
            <a:ext cx="0" cy="219456"/>
          </a:xfrm>
          <a:prstGeom prst="line">
            <a:avLst/>
          </a:prstGeom>
          <a:noFill/>
          <a:ln w="25400">
            <a:solidFill>
              <a:srgbClr val="E09A2D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48640" y="6035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deepest first: hunks, files, packages, commit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16916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checks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43400" y="2148840"/>
            <a:ext cx="42062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0560" y="22037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false statement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2478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level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42632" y="2304288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1721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15784" y="230428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43400" y="2862072"/>
            <a:ext cx="42062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80560" y="2916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unsupported reason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191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level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42632" y="3017520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17213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15784" y="301752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43400" y="3575304"/>
            <a:ext cx="42062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480560" y="3630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contradiction with the level below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480560" y="39044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file, package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42632" y="3730752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17213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415784" y="373075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43400" y="4288536"/>
            <a:ext cx="42062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480560" y="4343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every change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480560" y="46177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level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42632" y="4443984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DCE3E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415784" y="444398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43400" y="5001768"/>
            <a:ext cx="42062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480560" y="5056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the key changes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480560" y="5330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level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42632" y="5157216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DCE3E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415784" y="515721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343400" y="5760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as inference: the evidence is the premise, the summary the hypothesis. Accuracy findings are listed first.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915400" y="1691640"/>
            <a:ext cx="2727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915400" y="2148840"/>
            <a:ext cx="2727655" cy="329184"/>
          </a:xfrm>
          <a:prstGeom prst="roundRect">
            <a:avLst>
              <a:gd name="adj" fmla="val 33333"/>
            </a:avLst>
          </a:prstGeom>
          <a:solidFill>
            <a:srgbClr val="E2F1E8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988552" y="2148840"/>
            <a:ext cx="2581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915400" y="2560320"/>
            <a:ext cx="2727655" cy="329184"/>
          </a:xfrm>
          <a:prstGeom prst="roundRect">
            <a:avLst>
              <a:gd name="adj" fmla="val 33333"/>
            </a:avLst>
          </a:prstGeom>
          <a:solidFill>
            <a:srgbClr val="C23B4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988552" y="2560320"/>
            <a:ext cx="2581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Inaccurate: a problem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915400" y="2971800"/>
            <a:ext cx="2727655" cy="329184"/>
          </a:xfrm>
          <a:prstGeom prst="roundRect">
            <a:avLst>
              <a:gd name="adj" fmla="val 33333"/>
            </a:avLst>
          </a:prstGeom>
          <a:solidFill>
            <a:srgbClr val="EEF2F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988552" y="2971800"/>
            <a:ext cx="2581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tell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915400" y="3474720"/>
            <a:ext cx="2727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Roll-up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8915400" y="3931920"/>
            <a:ext cx="2727655" cy="329184"/>
          </a:xfrm>
          <a:prstGeom prst="roundRect">
            <a:avLst>
              <a:gd name="adj" fmla="val 33333"/>
            </a:avLst>
          </a:prstGeom>
          <a:solidFill>
            <a:srgbClr val="C23B4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988552" y="3931920"/>
            <a:ext cx="2581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PROBLEM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915400" y="4343400"/>
            <a:ext cx="2727655" cy="329184"/>
          </a:xfrm>
          <a:prstGeom prst="roundRect">
            <a:avLst>
              <a:gd name="adj" fmla="val 33333"/>
            </a:avLst>
          </a:prstGeom>
          <a:solidFill>
            <a:srgbClr val="E09A2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988552" y="4343400"/>
            <a:ext cx="2581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DESCENDANT PROBLEM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915400" y="4754880"/>
            <a:ext cx="2727655" cy="329184"/>
          </a:xfrm>
          <a:prstGeom prst="roundRect">
            <a:avLst>
              <a:gd name="adj" fmla="val 33333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988552" y="4754880"/>
            <a:ext cx="2581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PROBLEM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8915400" y="5257800"/>
            <a:ext cx="2727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summary whose own checks pass still shows where a problem sits below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change: both planted errors caught, no false alarm</a:t>
            </a:r>
            <a:endParaRPr lang="en-US" sz="28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d35fa76 of this repository, summarized as an agent would. Live judge: kev-4b.</a:t>
            </a:r>
            <a:endParaRPr lang="en-US" sz="1500" dirty="0"/>
          </a:p>
        </p:txBody>
      </p:sp>
      <p:sp>
        <p:nvSpPr>
          <p:cNvPr id="4" name="Code line"/>
          <p:cNvSpPr txBox="1"/>
          <p:nvPr/>
        </p:nvSpPr>
        <p:spPr>
          <a:xfrm>
            <a:off x="54864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examples/change_summary/ · klint/cli/change_summary_audit.py · live runs in #55, repeated on wave-6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591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(2)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691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(4)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691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Hunks (10)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214884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E09A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40480" y="2148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delegator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400300"/>
            <a:ext cx="164592" cy="0"/>
          </a:xfrm>
          <a:prstGeom prst="line">
            <a:avLst/>
          </a:prstGeom>
          <a:noFill/>
          <a:ln w="15875">
            <a:solidFill>
              <a:srgbClr val="C5CE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22402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73368" y="22402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3368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57416" y="22402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23B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57416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41464" y="22402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41464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28803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40480" y="2880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metadata unit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3131820"/>
            <a:ext cx="164592" cy="0"/>
          </a:xfrm>
          <a:prstGeom prst="line">
            <a:avLst/>
          </a:prstGeom>
          <a:noFill/>
          <a:ln w="15875">
            <a:solidFill>
              <a:srgbClr val="C5CE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29718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932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73368" y="29718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3368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57416" y="29718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57416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41464" y="29718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41464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49040" y="397764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40480" y="3977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delegator tests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66160" y="4229100"/>
            <a:ext cx="164592" cy="0"/>
          </a:xfrm>
          <a:prstGeom prst="line">
            <a:avLst/>
          </a:prstGeom>
          <a:noFill/>
          <a:ln w="15875">
            <a:solidFill>
              <a:srgbClr val="C5CE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40690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49040" y="47091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40480" y="4709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audit test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566160" y="4960620"/>
            <a:ext cx="164592" cy="0"/>
          </a:xfrm>
          <a:prstGeom prst="line">
            <a:avLst/>
          </a:prstGeom>
          <a:noFill/>
          <a:ln w="15875">
            <a:solidFill>
              <a:srgbClr val="C5CE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48006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2F1E8"/>
          </a:solidFill>
          <a:ln w="12700">
            <a:solidFill>
              <a:srgbClr val="2F865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89320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28800" y="2496312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09A2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920240" y="2496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src/catalog/ code/common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828800" y="4325112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C23B4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920240" y="43251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566160" y="2400300"/>
            <a:ext cx="0" cy="731520"/>
          </a:xfrm>
          <a:prstGeom prst="line">
            <a:avLst/>
          </a:prstGeom>
          <a:noFill/>
          <a:ln w="15875">
            <a:solidFill>
              <a:srgbClr val="C5CE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66160" y="4229100"/>
            <a:ext cx="0" cy="731520"/>
          </a:xfrm>
          <a:prstGeom prst="line">
            <a:avLst/>
          </a:prstGeom>
          <a:noFill/>
          <a:ln w="15875">
            <a:solidFill>
              <a:srgbClr val="C5CE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3410712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09A2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0080" y="34107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645920" y="2770632"/>
            <a:ext cx="164592" cy="0"/>
          </a:xfrm>
          <a:prstGeom prst="line">
            <a:avLst/>
          </a:prstGeom>
          <a:noFill/>
          <a:ln w="15875">
            <a:solidFill>
              <a:srgbClr val="C5CE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45920" y="4599432"/>
            <a:ext cx="164592" cy="0"/>
          </a:xfrm>
          <a:prstGeom prst="line">
            <a:avLst/>
          </a:prstGeom>
          <a:noFill/>
          <a:ln w="15875">
            <a:solidFill>
              <a:srgbClr val="C5CED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45920" y="2770632"/>
            <a:ext cx="0" cy="1828800"/>
          </a:xfrm>
          <a:prstGeom prst="line">
            <a:avLst/>
          </a:prstGeom>
          <a:noFill/>
          <a:ln w="15875">
            <a:solidFill>
              <a:srgbClr val="C5CED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8640" y="54406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1, hunk 3: </a:t>
            </a:r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the delegator raises ValueError for binary files; the code returns a unit.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2, package tests: </a:t>
            </a:r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a memory reason nothing in the change supports.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8001000" y="169164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2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2</a:t>
            </a:r>
            <a:endParaRPr lang="en-US" sz="2800" dirty="0"/>
          </a:p>
        </p:txBody>
      </p:sp>
      <p:sp>
        <p:nvSpPr>
          <p:cNvPr id="55" name="Text 53"/>
          <p:cNvSpPr txBox="1"/>
          <p:nvPr/>
        </p:nvSpPr>
        <p:spPr>
          <a:xfrm>
            <a:off x="8001000" y="219456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errors flagged as their own problem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8001000" y="278892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57" name="Text 55"/>
          <p:cNvSpPr txBox="1"/>
          <p:nvPr/>
        </p:nvSpPr>
        <p:spPr>
          <a:xfrm>
            <a:off x="8001000" y="329184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summaries flagged; 9 failing answers, all on the two planted summaries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001000" y="388620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0 · exit 1</a:t>
            </a:r>
            <a:endParaRPr lang="en-US" sz="2800" dirty="0"/>
          </a:p>
        </p:txBody>
      </p:sp>
      <p:sp>
        <p:nvSpPr>
          <p:cNvPr id="59" name="Text 57"/>
          <p:cNvSpPr txBox="1"/>
          <p:nvPr/>
        </p:nvSpPr>
        <p:spPr>
          <a:xfrm>
            <a:off x="8001000" y="438912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document passes; planted document fails, for the Stop hook to block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8001000" y="498348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800" dirty="0"/>
          </a:p>
        </p:txBody>
      </p:sp>
      <p:sp>
        <p:nvSpPr>
          <p:cNvPr id="61" name="Text 59"/>
          <p:cNvSpPr txBox="1"/>
          <p:nvPr/>
        </p:nvSpPr>
        <p:spPr>
          <a:xfrm>
            <a:off x="8001000" y="548640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answers 'cannot tell' (6 of 75), none on a planted summary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suite runs end to end without touching core or app</a:t>
            </a:r>
            <a:endParaRPr lang="en-US" sz="28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test builds a whole suite in test code, adds it next to the built-in ones, and runs it as a command.</a:t>
            </a:r>
            <a:endParaRPr lang="en-US" sz="1500" dirty="0"/>
          </a:p>
        </p:txBody>
      </p:sp>
      <p:sp>
        <p:nvSpPr>
          <p:cNvPr id="4" name="Code line"/>
          <p:cNvSpPr txBox="1"/>
          <p:nvPr/>
        </p:nvSpPr>
        <p:spPr>
          <a:xfrm>
            <a:off x="54864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tests/app/test_suite_plugins.py · tests/support/notes_suite.py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591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0136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09A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916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parts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0391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unit, an extractor, a renderer, a rule loader and its own answer scale (polite / rude)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682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NoteUnit · NoteExtractor · NoteRenderer · POLITENESS_SCALE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09A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71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76148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one kind of audit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1089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returns one AuditKind from list_audit_kinds()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4381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NotesSuite(BaseSuite)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09A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83133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suite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17880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binding adds it to the suites the app can draw 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5079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multibind(list[BaseSuite], to=[NotesSuite])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01091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09A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010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90118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as a command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2486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1 with a 'Rude' finding on each note, judged on the suite's own scale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577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AuditCommandApp.run([folder, '--json'])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1691640"/>
            <a:ext cx="4236415" cy="3657600"/>
          </a:xfrm>
          <a:prstGeom prst="roundRect">
            <a:avLst>
              <a:gd name="adj" fmla="val 3000"/>
            </a:avLst>
          </a:prstGeom>
          <a:solidFill>
            <a:srgbClr val="1721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26680" y="1965960"/>
            <a:ext cx="3596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09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lines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288036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in core or app for a new suite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3474720"/>
            <a:ext cx="35963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7D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5 did it for real: the change-summary suite and its command added 1,181 lines; in core and app only one docstring changed.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7D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with different scales run in one process, and a kind id offered twice is refused before any run.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is checked by tools at every wave gate</a:t>
            </a:r>
            <a:endParaRPr lang="en-US" sz="28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ruff, ruff format, strict mypy and import-linter pass on wave-6, and a live judge run is recorded per wave.</a:t>
            </a:r>
            <a:endParaRPr lang="en-US" sz="1500" dirty="0"/>
          </a:p>
        </p:txBody>
      </p:sp>
      <p:sp>
        <p:nvSpPr>
          <p:cNvPr id="4" name="Code line"/>
          <p:cNvSpPr txBox="1"/>
          <p:nvPr/>
        </p:nvSpPr>
        <p:spPr>
          <a:xfrm>
            <a:off x="54864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pyproject.toml [tool.pytest] [tool.mypy] [tool.importlinter] · tests/ · klint/cli/exit_code.py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591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15258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529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checked through the commands, the use case and the auditor, with a fake judge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5584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tests/support/fakes.py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38218" y="1691640"/>
            <a:ext cx="3515258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66818" y="18288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25146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 on klint/ and tests/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66818" y="28529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explicit Any allowed anywhere in klint/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66818" y="335584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 [tool.mypy]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27797" y="1691640"/>
            <a:ext cx="3515258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56397" y="18288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291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356397" y="25146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lines, the largest module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56397" y="28529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300-line rule; 146 modules in klint/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356397" y="335584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klint/cli/runner.py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515258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1148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5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006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contracts kept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1389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layer chain and the suite boundaries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64184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38218" y="3977640"/>
            <a:ext cx="3515258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66818" y="41148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· 18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4566818" y="48006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failures on the examples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66818" y="51389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before and after the wave 6 renames, field by field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66818" y="564184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klint · klint-structure on examples/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27797" y="3977640"/>
            <a:ext cx="3515258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56397" y="41148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· 1 · 2</a:t>
            </a:r>
            <a:endParaRPr lang="en-US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8356397" y="48006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codes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56397" y="51389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problem, problems found, could not run: for CI and the Stop hook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356397" y="564184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klint/cli/exit_code.py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review's debt, re-scored: 269 points down to 32</a:t>
            </a:r>
            <a:endParaRPr lang="en-US" sz="28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to D12 from the review of Oct 18, scored again against wave-6. Priority = (impact + risk) × (6 − effort).</a:t>
            </a:r>
            <a:endParaRPr lang="en-US" sz="1500" dirty="0"/>
          </a:p>
        </p:txBody>
      </p:sp>
      <p:sp>
        <p:nvSpPr>
          <p:cNvPr id="4" name="Code line"/>
          <p:cNvSpPr txBox="1"/>
          <p:nvPr/>
        </p:nvSpPr>
        <p:spPr>
          <a:xfrm>
            <a:off x="54864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see the speaker notes for the file behind each line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591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406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343400"/>
                <a:gridCol w="731520"/>
                <a:gridCol w="731520"/>
                <a:gridCol w="105156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in the review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5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 audit kinds; app imported a code-suite class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 contract was Mapping[str, Any] both ways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end-to-end use case; exit code always 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was always a path on disk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5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 chosen by language alone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global answer scale and ignore list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extraction families and dispatchers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 loader over the 300-line limit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audit order or roll-up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text built inside units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5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klint.json both config and rules; KEV_ names; mode a string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5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Installed package named src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86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E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691640"/>
            <a:ext cx="3413455" cy="1600200"/>
          </a:xfrm>
          <a:prstGeom prst="roundRect">
            <a:avLst>
              <a:gd name="adj" fmla="val 6857"/>
            </a:avLst>
          </a:prstGeom>
          <a:solidFill>
            <a:srgbClr val="1721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3920" y="1828800"/>
            <a:ext cx="2864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09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 → 32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2606040"/>
            <a:ext cx="2864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summed priority · 9 resolved, 3 reduced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0" y="3520440"/>
            <a:ext cx="3413455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94192" y="3685032"/>
            <a:ext cx="3084271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debt found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test files over 300 lines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names to delete next release: KEV_ settings, klint-project, --all, two rule fields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action.yml inputs still named kev_*</a:t>
            </a:r>
            <a:endParaRPr lang="en-US" sz="14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names are strings, not an enum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traded, and what we left for later</a:t>
            </a:r>
            <a:endParaRPr lang="en-US" sz="28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choice below is in the code today; each deferred item has its port or seam already in place.</a:t>
            </a:r>
            <a:endParaRPr lang="en-US" sz="1500" dirty="0"/>
          </a:p>
        </p:txBody>
      </p:sp>
      <p:sp>
        <p:nvSpPr>
          <p:cNvPr id="4" name="Code line"/>
          <p:cNvSpPr txBox="1"/>
          <p:nvPr/>
        </p:nvSpPr>
        <p:spPr>
          <a:xfrm>
            <a:off x="54864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klint/catalog/change_summary/renderers/ · klint/core/auditor.py · klint/core/interfaces/source.py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591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 we chose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64328" cy="676656"/>
          </a:xfrm>
          <a:prstGeom prst="roundRect">
            <a:avLst>
              <a:gd name="adj" fmla="val 13514"/>
            </a:avLst>
          </a:prstGeom>
          <a:solidFill>
            <a:srgbClr val="EEF2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240280"/>
            <a:ext cx="503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levels read the checked summaries, not the diff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532888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context for a 4B judge; a mistake missed below can carry upward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80944"/>
            <a:ext cx="5364328" cy="676656"/>
          </a:xfrm>
          <a:prstGeom prst="roundRect">
            <a:avLst>
              <a:gd name="adj" fmla="val 13514"/>
            </a:avLst>
          </a:prstGeom>
          <a:solidFill>
            <a:srgbClr val="EEF2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3026664"/>
            <a:ext cx="503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first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31927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level waits for the one below; units within a level still run together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67328"/>
            <a:ext cx="5364328" cy="676656"/>
          </a:xfrm>
          <a:prstGeom prst="roundRect">
            <a:avLst>
              <a:gd name="adj" fmla="val 13514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813048"/>
            <a:ext cx="503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local judge, kev-4b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105656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and private; 40 to 81% confident on the planted errors; one subtle miss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53712"/>
            <a:ext cx="5364328" cy="676656"/>
          </a:xfrm>
          <a:prstGeom prst="roundRect">
            <a:avLst>
              <a:gd name="adj" fmla="val 13514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4599432"/>
            <a:ext cx="503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Suites as plugins with dependency injection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892040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edit to core or app for a new suite; one registration pattern to learn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340096"/>
            <a:ext cx="5364328" cy="676656"/>
          </a:xfrm>
          <a:prstGeom prst="roundRect">
            <a:avLst>
              <a:gd name="adj" fmla="val 13514"/>
            </a:avLst>
          </a:prstGeom>
          <a:solidFill>
            <a:srgbClr val="EEF2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5385816"/>
            <a:ext cx="503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2,000-character budget per subject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5678424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subject outgrows the judge; a trimmed one says what it left out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78728" y="169164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Deferred, by design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78728" y="2194560"/>
            <a:ext cx="5364328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5CE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3320" y="2240280"/>
            <a:ext cx="503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diff, stream, hook and MCP inputs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43320" y="2532888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port is ready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78728" y="2980944"/>
            <a:ext cx="5364328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5CE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3320" y="3026664"/>
            <a:ext cx="503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API and a web UI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43320" y="331927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call AuditPipeline.run_audit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3767328"/>
            <a:ext cx="5364328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5CE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3320" y="3813048"/>
            <a:ext cx="503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Finer units and AST extractors for more languages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43320" y="4105656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nest; renderers pick the evidence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8728" y="4553712"/>
            <a:ext cx="5364328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5CE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3320" y="4599432"/>
            <a:ext cx="503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 fine-tuning; the README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43320" y="4892040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scope; the README waits for release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8728" y="5340096"/>
            <a:ext cx="5364328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5CE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3320" y="5385816"/>
            <a:ext cx="503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the old names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443320" y="5678424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release: delete the aliases and their tests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9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issue-22 into main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3340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 works end to end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703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real change, both planted errors are flagged and nothing else 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74320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3340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holds its own rules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703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import contracts kept; a new suite needs no edit to core or 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74320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3340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debt is down to what we chose to leave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703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of 12 items resolved, 3 reduced; 461 tests and strict typing guard it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E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issue-22 → main pull request links every sub-issue PR, this deck and the change-summary run.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E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sources: docs/presentation/source/ · speaker notes: docs/presentation/speaker_notes.md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klint architecture</dc:title>
  <dc:subject>Issue #22: architecture overhaul, as built</dc:subject>
  <dc:creator>klint wave 6</dc:creator>
  <cp:lastModifiedBy>klint wave 6</cp:lastModifiedBy>
  <cp:revision>1</cp:revision>
  <dcterms:created xsi:type="dcterms:W3CDTF">2026-11-01T17:01:52Z</dcterms:created>
  <dcterms:modified xsi:type="dcterms:W3CDTF">2026-11-01T17:01:52Z</dcterms:modified>
</cp:coreProperties>
</file>